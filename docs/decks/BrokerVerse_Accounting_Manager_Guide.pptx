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2402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guide for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Functions, flows, reports and schedules of your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BrokerVerse OOTB ·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741383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741383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Approves the close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10063" y="4983480"/>
            <a:ext cx="2525938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10063" y="4983480"/>
            <a:ext cx="252593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Bank reconciliation sign-off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73161" y="4983480"/>
            <a:ext cx="1427561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73161" y="4983480"/>
            <a:ext cx="1427561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Period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51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325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Accounting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01168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942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Accounting Manager (inherits Accounting)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90779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145536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acct.manager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57530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1304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accounting-manager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24281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4805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Executive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Everything Accounting does:  </a:t>
            </a:r>
            <a:r>
              <a:rPr sz="1600">
                <a:solidFill>
                  <a:srgbClr val="1F2937"/>
                </a:solidFill>
                <a:latin typeface="Calibri"/>
              </a:rPr>
              <a:t>the role includes accounting, so the menus and screens are the same.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Approves the month-end close:  </a:t>
            </a:r>
            <a:r>
              <a:rPr sz="1600">
                <a:solidFill>
                  <a:srgbClr val="1F2937"/>
                </a:solidFill>
                <a:latin typeface="Calibri"/>
              </a:rPr>
              <a:t>reviews the checklist and approves or rejects the submitted run.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Closes the year:  </a:t>
            </a:r>
            <a:r>
              <a:rPr sz="1600">
                <a:solidFill>
                  <a:srgbClr val="1F2937"/>
                </a:solidFill>
                <a:latin typeface="Calibri"/>
              </a:rPr>
              <a:t>closes income and expense to retained earnings and opens the next year.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Signs off bank reconciliations:  </a:t>
            </a:r>
            <a:r>
              <a:rPr sz="1600">
                <a:solidFill>
                  <a:srgbClr val="1F2937"/>
                </a:solidFill>
                <a:latin typeface="Calibri"/>
              </a:rPr>
              <a:t>approves or reopens each reconciliation.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Controls periods:  </a:t>
            </a:r>
            <a:r>
              <a:rPr sz="1600">
                <a:solidFill>
                  <a:srgbClr val="1F2937"/>
                </a:solidFill>
                <a:latin typeface="Calibri"/>
              </a:rPr>
              <a:t>soft-closes, closes and reopens periods; posts into soft-closed periods.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 acct.manager. Lands on the Executive Dashboard, with the Accounting menus.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Accounting (rejected runs and reconciliations go back with a reason), the System Administrator (posting rules, GL accounts, jobs), the auditors (statements and reports).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You approve what Accounting prepared. You cannot approve a close run, reconciliation, voucher or batch you prepared yourself.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accounting-manager inherits accounting (roles.inherits) and adds approve:period-end and approve:bank-reconciliation. The role walk opened 81 screens.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681478" cy="296519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2480310" cy="241655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Executive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1558" y="1645920"/>
            <a:ext cx="2681478" cy="296519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21558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8718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1286" y="2121408"/>
            <a:ext cx="2480310" cy="241655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Open Items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645920"/>
            <a:ext cx="2681478" cy="296519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5916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5644" y="2121408"/>
            <a:ext cx="2480310" cy="241655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Receipts, Collections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Accounting Query, All Clients Accounting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Open Entry Matching / Un-Matching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Disbursement, Petty Cash (5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Journal Voucher, Correction JV, Reversal JV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Period End (5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Bank Reconciliation (7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Tax (6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Remittance (16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Incentive (4 screens)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645920"/>
            <a:ext cx="2681478" cy="2965196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0274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7434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Master &gt; 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0002" y="2121408"/>
            <a:ext cx="2480310" cy="241655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Taxation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Close Checklist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Bank Statement Formats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Bank Transaction Types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93996"/>
            <a:ext cx="2681478" cy="142392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4793996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793996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269484"/>
            <a:ext cx="2480310" cy="8752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Commission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Agents/Referrer Accounts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1558" y="4793996"/>
            <a:ext cx="2681478" cy="142392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21558" y="4793996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8718" y="4793996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Reinsurance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1286" y="5269484"/>
            <a:ext cx="2480310" cy="8752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Reconciliation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5916" y="4793996"/>
            <a:ext cx="2681478" cy="142392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85916" y="4793996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3076" y="4793996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5644" y="5269484"/>
            <a:ext cx="2480310" cy="8752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All Reports (32 reports)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Financial Reports (15 shortcuts)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Operational Reports: Remittance, Broker Commission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Period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Accounts &gt; Period End &gt; Period Management. Signed in as Accounting Manager.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Period End &gt; Period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Periods:  </a:t>
            </a:r>
            <a:r>
              <a:rPr sz="1500">
                <a:solidFill>
                  <a:srgbClr val="1F2937"/>
                </a:solidFill>
                <a:latin typeface="Calibri"/>
              </a:rPr>
              <a:t>12 months plus adjustment period 13 per fiscal year.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Open:  </a:t>
            </a:r>
            <a:r>
              <a:rPr sz="1500">
                <a:solidFill>
                  <a:srgbClr val="1F2937"/>
                </a:solidFill>
                <a:latin typeface="Calibri"/>
              </a:rPr>
              <a:t>everyone with posting rights may post.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Soft-closed:  </a:t>
            </a:r>
            <a:r>
              <a:rPr sz="1500">
                <a:solidFill>
                  <a:srgbClr val="1F2937"/>
                </a:solidFill>
                <a:latin typeface="Calibri"/>
              </a:rPr>
              <a:t>only you may post; others are refused.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Closed, Locked:  </a:t>
            </a:r>
            <a:r>
              <a:rPr sz="1500">
                <a:solidFill>
                  <a:srgbClr val="1F2937"/>
                </a:solidFill>
                <a:latin typeface="Calibri"/>
              </a:rPr>
              <a:t>nobody posts. Reopen needs you and remarks, kept in the period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Month-end close runs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Accounts &gt; Period End &gt; Month-End Close.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Period End &gt; Month-End Close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List:  </a:t>
            </a:r>
            <a:r>
              <a:rPr sz="1500">
                <a:solidFill>
                  <a:srgbClr val="1F2937"/>
                </a:solidFill>
                <a:latin typeface="Calibri"/>
              </a:rPr>
              <a:t>MEC- run per period, run and period status, failures, warnings, preparer, approver.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Submitted:  </a:t>
            </a:r>
            <a:r>
              <a:rPr sz="1500">
                <a:solidFill>
                  <a:srgbClr val="1F2937"/>
                </a:solidFill>
                <a:latin typeface="Calibri"/>
              </a:rPr>
              <a:t>open the run, read the steps and the checklist.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Approve:  </a:t>
            </a:r>
            <a:r>
              <a:rPr sz="1500">
                <a:solidFill>
                  <a:srgbClr val="1F2937"/>
                </a:solidFill>
                <a:latin typeface="Calibri"/>
              </a:rPr>
              <a:t>closes the period. Reject returns it with a reason.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the approver must differ from the preparer (accounting.period_close_requires_approval).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What to check before you approve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5940552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867400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Month-End Close 2026-08, MEC-2026-00001.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Month-End Close &gt;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Blocking items:  </a:t>
            </a:r>
            <a:r>
              <a:rPr sz="1500">
                <a:solidFill>
                  <a:srgbClr val="1F2937"/>
                </a:solidFill>
                <a:latin typeface="Calibri"/>
              </a:rPr>
              <a:t>no pending journals, trial balance balances, suspense cleared, bank reconciliations signed off.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Warnings:  </a:t>
            </a:r>
            <a:r>
              <a:rPr sz="1500">
                <a:solidFill>
                  <a:srgbClr val="1F2937"/>
                </a:solidFill>
                <a:latin typeface="Calibri"/>
              </a:rPr>
              <a:t>unapplied receipts, unreconciled bank lines, unbilled policies, unpaid remittances.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Example:  </a:t>
            </a:r>
            <a:r>
              <a:rPr sz="1500">
                <a:solidFill>
                  <a:srgbClr val="1F2937"/>
                </a:solidFill>
                <a:latin typeface="Calibri"/>
              </a:rPr>
              <a:t>2026-08 warned that ACC-BDO-001 had no approved reconciliation.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Journals created:  </a:t>
            </a:r>
            <a:r>
              <a:rPr sz="1500">
                <a:solidFill>
                  <a:srgbClr val="1F2937"/>
                </a:solidFill>
                <a:latin typeface="Calibri"/>
              </a:rPr>
              <a:t>reruns reverse their own earlier journals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Close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Master &gt; Finance &gt; Close Checklist.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Finance &gt; Close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Items:  </a:t>
            </a:r>
            <a:r>
              <a:rPr sz="1500">
                <a:solidFill>
                  <a:srgbClr val="1F2937"/>
                </a:solidFill>
                <a:latin typeface="Calibri"/>
              </a:rPr>
              <a:t>automatic checks and manual sign-offs, each Blocking or Warning.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Add item:  </a:t>
            </a:r>
            <a:r>
              <a:rPr sz="1500">
                <a:solidFill>
                  <a:srgbClr val="1F2937"/>
                </a:solidFill>
                <a:latin typeface="Calibri"/>
              </a:rPr>
              <a:t>a manual item of your own, e.g. payroll booked.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Severity:  </a:t>
            </a:r>
            <a:r>
              <a:rPr sz="1500">
                <a:solidFill>
                  <a:srgbClr val="1F2937"/>
                </a:solidFill>
                <a:latin typeface="Calibri"/>
              </a:rPr>
              <a:t>make an item blocking to stop the submit.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Bank check:  </a:t>
            </a:r>
            <a:r>
              <a:rPr sz="1500">
                <a:solidFill>
                  <a:srgbClr val="1F2937"/>
                </a:solidFill>
                <a:latin typeface="Calibri"/>
              </a:rPr>
              <a:t>from bank_reconciliation.check_from_period onwards.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Year-end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Accounts &gt; Period End &gt; Year-End Close.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Period End &gt; Year-End Close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Needs:  </a:t>
            </a:r>
            <a:r>
              <a:rPr sz="1500">
                <a:solidFill>
                  <a:srgbClr val="1F2937"/>
                </a:solidFill>
                <a:latin typeface="Calibri"/>
              </a:rPr>
              <a:t>all twelve periods closed and period 13 open.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Run checks:  </a:t>
            </a:r>
            <a:r>
              <a:rPr sz="1500">
                <a:solidFill>
                  <a:srgbClr val="1F2937"/>
                </a:solidFill>
                <a:latin typeface="Calibri"/>
              </a:rPr>
              <a:t>periods closed and trial balance balances; post audit adjustments in period 13.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Close the year:  </a:t>
            </a:r>
            <a:r>
              <a:rPr sz="1500">
                <a:solidFill>
                  <a:srgbClr val="1F2937"/>
                </a:solidFill>
                <a:latin typeface="Calibri"/>
              </a:rPr>
              <a:t>income and expense to Current Year P/L, then Retained Earnings; next year opened.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Reverse:  </a:t>
            </a:r>
            <a:r>
              <a:rPr sz="1500">
                <a:solidFill>
                  <a:srgbClr val="1F2937"/>
                </a:solidFill>
                <a:latin typeface="Calibri"/>
              </a:rPr>
              <a:t>with a reason, until the first period of the next year is closed.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6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Bank reconciliation sign-off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166221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093069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Reconciliation BRC-2026-00001, ACC-BDO-001. Signed in as Accounting Manager.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Bank Reconciliation &gt; Reconciliations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Statement:  </a:t>
            </a:r>
            <a:r>
              <a:rPr sz="1500">
                <a:solidFill>
                  <a:srgbClr val="1F2937"/>
                </a:solidFill>
                <a:latin typeface="Calibri"/>
              </a:rPr>
              <a:t>bank balance with deposits in transit and outstanding cheques against the books.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Difference:  </a:t>
            </a:r>
            <a:r>
              <a:rPr sz="1500">
                <a:solidFill>
                  <a:srgbClr val="1F2937"/>
                </a:solidFill>
                <a:latin typeface="Calibri"/>
              </a:rPr>
              <a:t>must be ₱ 0.00 before Accounting selects Prepare.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Approve:  </a:t>
            </a:r>
            <a:r>
              <a:rPr sz="1500">
                <a:solidFill>
                  <a:srgbClr val="1F2937"/>
                </a:solidFill>
                <a:latin typeface="Calibri"/>
              </a:rPr>
              <a:t>locks the matches cleared up to the period end.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Reopen:  </a:t>
            </a:r>
            <a:r>
              <a:rPr sz="1500">
                <a:solidFill>
                  <a:srgbClr val="1F2937"/>
                </a:solidFill>
                <a:latin typeface="Calibri"/>
              </a:rPr>
              <a:t>with remarks, to correct a match; every change is in the history.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7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Remittance approvals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428425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4211105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582705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Accounts &gt; Remittance &gt; Approval Workflow. Signed in as Accounting Manager.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Remittance &gt; Approval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Queue:  </a:t>
            </a:r>
            <a:r>
              <a:rPr sz="1500">
                <a:solidFill>
                  <a:srgbClr val="1F2937"/>
                </a:solidFill>
                <a:latin typeface="Calibri"/>
              </a:rPr>
              <a:t>remittances, settlements, transfers and adjustments with SLA, level and amount.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Levels:  </a:t>
            </a:r>
            <a:r>
              <a:rPr sz="1500">
                <a:solidFill>
                  <a:srgbClr val="1F2937"/>
                </a:solidFill>
                <a:latin typeface="Calibri"/>
              </a:rPr>
              <a:t>up to ₱ 100,000; up to ₱ 1,000,000; above.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the initiator is refused.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Next:  </a:t>
            </a:r>
            <a:r>
              <a:rPr sz="1500">
                <a:solidFill>
                  <a:srgbClr val="1F2937"/>
                </a:solidFill>
                <a:latin typeface="Calibri"/>
              </a:rPr>
              <a:t>settlement approval raises the insurer payment voucher.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8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Incentive approvals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7020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97049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6864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Accounts &gt; Incentive &gt; Approvals. Signed in as Accounting Manager.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Incentive &gt; Approvals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Batches:  </a:t>
            </a:r>
            <a:r>
              <a:rPr sz="1500">
                <a:solidFill>
                  <a:srgbClr val="1F2937"/>
                </a:solidFill>
                <a:latin typeface="Calibri"/>
              </a:rPr>
              <a:t>CALC- per programme and period with the amount per person.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Actions:  </a:t>
            </a:r>
            <a:r>
              <a:rPr sz="1500">
                <a:solidFill>
                  <a:srgbClr val="1F2937"/>
                </a:solidFill>
                <a:latin typeface="Calibri"/>
              </a:rPr>
              <a:t>approve, reject or Bulk Approve, never your own.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After:  </a:t>
            </a:r>
            <a:r>
              <a:rPr sz="1500">
                <a:solidFill>
                  <a:srgbClr val="1F2937"/>
                </a:solidFill>
                <a:latin typeface="Calibri"/>
              </a:rPr>
              <a:t>approved amounts are accrued and paid through their posting rules.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Report:  </a:t>
            </a:r>
            <a:r>
              <a:rPr sz="1500">
                <a:solidFill>
                  <a:srgbClr val="1F2937"/>
                </a:solidFill>
                <a:latin typeface="Calibri"/>
              </a:rPr>
              <a:t>Incentive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9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Financial statements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Accounts &gt; Period End &gt; Financial Statements.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Period End &gt; Financial Statements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Income Statement:  </a:t>
            </a:r>
            <a:r>
              <a:rPr sz="1500">
                <a:solidFill>
                  <a:srgbClr val="1F2937"/>
                </a:solidFill>
                <a:latin typeface="Calibri"/>
              </a:rPr>
              <a:t>period, year to date, prior year period and prior year to date.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Balance Sheet:  </a:t>
            </a:r>
            <a:r>
              <a:rPr sz="1500">
                <a:solidFill>
                  <a:srgbClr val="1F2937"/>
                </a:solidFill>
                <a:latin typeface="Calibri"/>
              </a:rPr>
              <a:t>balances at the To date against the prior year end.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Trial Balance:  </a:t>
            </a:r>
            <a:r>
              <a:rPr sz="1500">
                <a:solidFill>
                  <a:srgbClr val="1F2937"/>
                </a:solidFill>
                <a:latin typeface="Calibri"/>
              </a:rPr>
              <a:t>opening, movement and closing per account.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PDF:  </a:t>
            </a:r>
            <a:r>
              <a:rPr sz="1500">
                <a:solidFill>
                  <a:srgbClr val="1F2937"/>
                </a:solidFill>
                <a:latin typeface="Calibri"/>
              </a:rPr>
              <a:t>the same statements under Reports &gt; Financial Reports, on the letterhead.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ONLY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Your approvals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27455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836"/>
                <a:gridCol w="4216499"/>
                <a:gridCol w="293321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Approval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Permission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4F9C"/>
                          </a:solidFill>
                          <a:latin typeface="Calibri"/>
                        </a:rPr>
                        <a:t>Approve or reject a month-end close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  <a:latin typeface="Calibri"/>
                        </a:rPr>
                        <a:t>Period End &gt; Month-End Close &gt; run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  <a:latin typeface="Calibri"/>
                        </a:rPr>
                        <a:t>approve:period-end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4F9C"/>
                          </a:solidFill>
                          <a:latin typeface="Calibri"/>
                        </a:rPr>
                        <a:t>Close the year, reverse a year-end close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  <a:latin typeface="Calibri"/>
                        </a:rPr>
                        <a:t>Period End &gt; Year-End Close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  <a:latin typeface="Calibri"/>
                        </a:rPr>
                        <a:t>approve:period-end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4F9C"/>
                          </a:solidFill>
                          <a:latin typeface="Calibri"/>
                        </a:rPr>
                        <a:t>Soft-close, close and reopen periods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  <a:latin typeface="Calibri"/>
                        </a:rPr>
                        <a:t>Period End &gt; Period Management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  <a:latin typeface="Calibri"/>
                        </a:rPr>
                        <a:t>approve:period-end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4F9C"/>
                          </a:solidFill>
                          <a:latin typeface="Calibri"/>
                        </a:rPr>
                        <a:t>Post into a soft-closed period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  <a:latin typeface="Calibri"/>
                        </a:rPr>
                        <a:t>Any posting screen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  <a:latin typeface="Calibri"/>
                        </a:rPr>
                        <a:t>approve:period-end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4F9C"/>
                          </a:solidFill>
                          <a:latin typeface="Calibri"/>
                        </a:rPr>
                        <a:t>Approve or reopen a bank reconciliation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  <a:latin typeface="Calibri"/>
                        </a:rPr>
                        <a:t>Bank Reconciliation &gt; Reconciliations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  <a:latin typeface="Calibri"/>
                        </a:rPr>
                        <a:t>approve:bank-reconciliation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4F9C"/>
                          </a:solidFill>
                          <a:latin typeface="Calibri"/>
                        </a:rPr>
                        <a:t>Approve vouchers, JVs, remittances, batches of others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  <a:latin typeface="Calibri"/>
                        </a:rPr>
                        <a:t>The approval screen of each module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  <a:latin typeface="Calibri"/>
                        </a:rPr>
                        <a:t>as Accounting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6634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Posting rules, GL accounts, tax rates and maker-checker switches change only with your agreement; the System Administrator makes the change on Master.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BANK TO CLOSED PERIOD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Month-end and year-end: your part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1" y="132588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3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3" y="156362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Import statements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" y="198424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411" y="1755648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00883" y="132588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4035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4035" y="156362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Match, adjust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5747" y="198424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55363" y="1755648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2836" y="132588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988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988" y="156362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Prepare BRC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699" y="198424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57316" y="1755648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4788" y="132588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7940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156362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Approve BRC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9651" y="198424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59268" y="1755648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6740" y="132588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892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9892" y="156362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Close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1604" y="198424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61219" y="1755648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08692" y="132588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81844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1844" y="156362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Checklist sign-off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3556" y="198424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0712196" y="2532888"/>
            <a:ext cx="274320" cy="237744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08692" y="288036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1844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1844" y="311810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Submit close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3556" y="353872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9761219" y="3310128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06740" y="288036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9892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9892" y="311810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Approve close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1604" y="353872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7859268" y="3310128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4788" y="288036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7940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7940" y="311810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Period closed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9651" y="353872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System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5957316" y="3310128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402836" y="288036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75988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5988" y="311810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BIR reports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57699" y="353872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4055363" y="3310128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500883" y="288036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74035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74035" y="311810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Year-end close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55747" y="353872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62" name="Left Arrow 61"/>
          <p:cNvSpPr/>
          <p:nvPr/>
        </p:nvSpPr>
        <p:spPr>
          <a:xfrm>
            <a:off x="2153411" y="3310128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98931" y="2880360"/>
            <a:ext cx="148132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2083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083" y="3118104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Next year opened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3795" y="353872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System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251959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40" y="4206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011680" y="4251959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31720" y="4206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420624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Each month; the year-end after period 12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4572000"/>
            <a:ext cx="11274552" cy="16459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0" y="4709160"/>
            <a:ext cx="534924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Approve each bank reconciliation before the close: it is a blocking checklist item.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Read the warnings as well as the blocking items before you approve.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72200" y="4709160"/>
            <a:ext cx="539496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Reopen a period only with remarks; the history keeps who and when.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Check the Month-End Close Status report across periods.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ALL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 you use (32)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5B6778"/>
                </a:solidFill>
                <a:latin typeface="Calibri"/>
              </a:rPr>
              <a:t>Output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16152"/>
            <a:ext cx="61447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16152"/>
            <a:ext cx="61447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0516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0516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0596" y="1216152"/>
            <a:ext cx="82844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0596" y="1216152"/>
            <a:ext cx="82844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80483" y="121615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0483" y="1216152"/>
            <a:ext cx="147035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Scheduled 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158" y="1216152"/>
            <a:ext cx="5209336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The 32 reports of Accounting.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737360"/>
            <a:ext cx="3648456" cy="1991985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1737360"/>
            <a:ext cx="3648456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1737360"/>
            <a:ext cx="34290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Production and placement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139696"/>
            <a:ext cx="3483864" cy="153478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Premium by Product / Month / Insurer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New Business vs Renewals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Co-insurance Register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Reinsurance Cession Register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1737360"/>
            <a:ext cx="3648456" cy="1991985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70248" y="1737360"/>
            <a:ext cx="3648456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1737360"/>
            <a:ext cx="34290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Insurers and commission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2139696"/>
            <a:ext cx="3483864" cy="153478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Remittance Summary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Broker Commission Statement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Commission Receivable (Direct Bill)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Due to Insurers by Co-insurer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Aged Payables to Insurers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Incentive Results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3296" y="1737360"/>
            <a:ext cx="3648456" cy="1991985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83296" y="1737360"/>
            <a:ext cx="3648456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3" y="1737360"/>
            <a:ext cx="34290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Receivables and cash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2139696"/>
            <a:ext cx="3483864" cy="153478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SOA / Premium Receivable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Receivables Ageing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Collection Report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Receipts Register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Payables / Disbursement Register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93937"/>
            <a:ext cx="3648456" cy="232398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3893937"/>
            <a:ext cx="3648456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893937"/>
            <a:ext cx="34290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Ledger and period 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296273"/>
            <a:ext cx="3483864" cy="186678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Journal Register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Trial Balance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Trial Balance (Opening / Movement / Closing)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General Ledger Detail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Income Statement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Balance Sheet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Month-End Close Status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70248" y="3893937"/>
            <a:ext cx="3648456" cy="232398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270248" y="3893937"/>
            <a:ext cx="3648456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9976" y="3893937"/>
            <a:ext cx="34290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BIR tax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61688" y="4296273"/>
            <a:ext cx="3483864" cy="186678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VAT Summary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SAWT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QAP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SLSP Sales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SLSP Purchases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3296" y="3893937"/>
            <a:ext cx="3648456" cy="232398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83296" y="3893937"/>
            <a:ext cx="3648456" cy="329184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93023" y="3893937"/>
            <a:ext cx="34290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Bank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74736" y="4296273"/>
            <a:ext cx="3483864" cy="186678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Bank Reconciliation Statement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Outstanding Cheques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Deposits in Transit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Unmatched Bank Lines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Bank Book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Receivable ageing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07:00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Ageing buckets 30, 60, 90, 120 refreshed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Collection reminders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08:00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Clients e-mailed 7 days before due, then every 7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Recurring journals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01:15 (off when delivered)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Posts recurring templates on their next run date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Accrual auto-reversal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Day 1 of the month, 00:30 (off when delivered)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Reverses accruals, deferrals and FX revaluation on day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Period auto soft-close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02:00 (off when delivered)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Soft-closes ended periods when no blocking check fails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Bank reconciliation auto-match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05:45 (off when delivered)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Runs the matching rules on unmatched bank lines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Month-end close reminder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Daily 08:00 (off when delivered)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Reminds Accounting before and after a period ends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66928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Jobs marked off are delivered switched off; you decide with the System Administrator which to switch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Journal voucher awaiting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 can approve vouchers of other users.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Remittances awaiting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Batch and count.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Incentive calculation awaiting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Batch and period.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Commission debit note awaiting 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Direct-bill debit notes.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96227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6227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Reminder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7515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Month-end close: period ends / still 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7515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When the reminder job is switched 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1636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96227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6227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Task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7515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Close runs and reconciliations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7515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No bell notice: check the lists for Submitted and Prepared.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Accounting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 submitted month-end close or a prepared bank reconciliation does not raise a bell notice: check Month-End Close and Reconciliations for items waiting.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The BIR reports give the figures in BIR column order: check them against the current BIR format before filing.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Some database queries use the database’s own date: the database time zone must be Asia/Manila.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The Settlement cash panel of a claim paid through the broker sits on the claim screens, which are not in the Accounting menu: the System Administrator records the funds received and the payment to the claimant on Accounting’s instruction.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Approve reconciliations before close runs.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Reject with a clear reason: it goes back to the preparer.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Keep soft-close for the review days, then close.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Agree posting rule changes and simulate them first.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guide for Accounting Manager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0416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4340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First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4340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The key user of your team: how-to questions, checking that a role or setting is not the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7258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Second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67258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Your System Administrator: users, roles, passwords, two-step resets, settings and master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0176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Third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00176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iorta TechNXT production support, raised by the System Administrator through the support 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3095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33095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Your System Administrator (Master &gt; Generals &gt; User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78424"/>
            <a:ext cx="1024128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BFD9F5"/>
                </a:solidFill>
                <a:latin typeface="Calibri"/>
              </a:rPr>
              <a:t>When you report a problem, give the menu path, the record number, the time, your user ID, the message and its request ID. Never send a password or a two-step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 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