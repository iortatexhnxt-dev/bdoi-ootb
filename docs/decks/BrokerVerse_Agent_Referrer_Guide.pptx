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Agent / Referrer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BDO Insure (BDOI)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349105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34910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Own book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7785" y="4983480"/>
            <a:ext cx="1662927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7785" y="4983480"/>
            <a:ext cx="1662927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Leads to policies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17873" y="4983480"/>
            <a:ext cx="1113739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17873" y="4983480"/>
            <a:ext cx="111373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Agent / Referrer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ramon.agent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Operations &gt; Home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Sells:  </a:t>
            </a:r>
            <a:r>
              <a:rPr sz="1600">
                <a:solidFill>
                  <a:srgbClr val="1F2937"/>
                </a:solidFill>
                <a:latin typeface="Calibri"/>
              </a:rPr>
              <a:t>captures leads, prepares quotations, converts accepted quotes into policies.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Own book only:  </a:t>
            </a:r>
            <a:r>
              <a:rPr sz="1600">
                <a:solidFill>
                  <a:srgbClr val="1F2937"/>
                </a:solidFill>
                <a:latin typeface="Calibri"/>
              </a:rPr>
              <a:t>sees only the leads, clients, quotes and policies you created.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Serves clients:  </a:t>
            </a:r>
            <a:r>
              <a:rPr sz="1600">
                <a:solidFill>
                  <a:srgbClr val="1F2937"/>
                </a:solidFill>
                <a:latin typeface="Calibri"/>
              </a:rPr>
              <a:t>raises endorsements and claim notices, follows renewals.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Earns:  </a:t>
            </a:r>
            <a:r>
              <a:rPr sz="1600">
                <a:solidFill>
                  <a:srgbClr val="1F2937"/>
                </a:solidFill>
                <a:latin typeface="Calibri"/>
              </a:rPr>
              <a:t>commission accrues at issuance; Finance pays it with withholding tax.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ramon.agent. Lands on Operations &gt; Home; the Agent Dashboard shows your leads, clients, policies sold and commission.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Underwriter (quote approval), client (e-mail acceptance), Finance (receipts and commission payout), Claims (settlement), Customer 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 approvals of your own: quotes go to the underwriter; payouts need a Finance maker and checker.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3636264" cy="320217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3435095" cy="265353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Agent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344" y="1645920"/>
            <a:ext cx="3636264" cy="320217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76344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6072" y="2121408"/>
            <a:ext cx="3435095" cy="265353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645920"/>
            <a:ext cx="3636264" cy="320217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5488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2648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5215" y="2121408"/>
            <a:ext cx="3435095" cy="265353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Commission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Agent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Dashboard &gt; Agent Dashboard — signed in as ramon.agent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Dashboard &gt; Agent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your leads, clients and policies sold, commission by month.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Money tiles:  </a:t>
            </a:r>
            <a:r>
              <a:rPr sz="1500">
                <a:solidFill>
                  <a:srgbClr val="1F2937"/>
                </a:solidFill>
                <a:latin typeface="Calibri"/>
              </a:rPr>
              <a:t>earned commission (3,990.71 net after WHT), collected premium, receivables, gross premium.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Create Quote:  </a:t>
            </a:r>
            <a:r>
              <a:rPr sz="1500">
                <a:solidFill>
                  <a:srgbClr val="1F2937"/>
                </a:solidFill>
                <a:latin typeface="Calibri"/>
              </a:rPr>
              <a:t>shortcut into the quotation wizard.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Scope:  </a:t>
            </a:r>
            <a:r>
              <a:rPr sz="1500">
                <a:solidFill>
                  <a:srgbClr val="1F2937"/>
                </a:solidFill>
                <a:latin typeface="Calibri"/>
              </a:rPr>
              <a:t>only your own records are counted.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Leads / prospects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Leads/Prospects — signed in as ramon.agent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Leads/Prospects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your prospects by line with KPIs and conversion rate.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Create Lead:  </a:t>
            </a:r>
            <a:r>
              <a:rPr sz="1500">
                <a:solidFill>
                  <a:srgbClr val="1F2937"/>
                </a:solidFill>
                <a:latin typeface="Calibri"/>
              </a:rPr>
              <a:t>required fields, e-mail format, 10-digit mobile, date of birth.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View, Edit, Delete (draft only), Bulk Upload.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Next:  </a:t>
            </a:r>
            <a:r>
              <a:rPr sz="1500">
                <a:solidFill>
                  <a:srgbClr val="1F2937"/>
                </a:solidFill>
                <a:latin typeface="Calibri"/>
              </a:rPr>
              <a:t>go straight to Create Quote after saving.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Quotation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72694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39"/>
            <a:ext cx="6629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Step by step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6829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96596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Choose insurer and product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583179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8317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985515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583179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Vehicle and cover details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20040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0273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20040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Plan recommendation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381762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176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21995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81762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Coverage and add-ons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348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483717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43484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Order summary: taxes, commission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5052059"/>
            <a:ext cx="384048" cy="38404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5205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052059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Send for approval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Quotation wizard steps (QT-2026-00001, MAPFRE, Toyota Rav4)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Quotation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Pricing:  </a:t>
            </a:r>
            <a:r>
              <a:rPr sz="1500">
                <a:solidFill>
                  <a:srgbClr val="1F2937"/>
                </a:solidFill>
                <a:latin typeface="Calibri"/>
              </a:rPr>
              <a:t>net 28,005.00 + VAT 3,360.60 + DST 3,500.63 + LGT 210.04 = gross 35,076.27.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Server check:  </a:t>
            </a:r>
            <a:r>
              <a:rPr sz="1500">
                <a:solidFill>
                  <a:srgbClr val="1F2937"/>
                </a:solidFill>
                <a:latin typeface="Calibri"/>
              </a:rPr>
              <a:t>the API re-prices with the configured rates; tampered amounts are refused.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Approval:  </a:t>
            </a:r>
            <a:r>
              <a:rPr sz="1500">
                <a:solidFill>
                  <a:srgbClr val="1F2937"/>
                </a:solidFill>
                <a:latin typeface="Calibri"/>
              </a:rPr>
              <a:t>the underwriter is notified; the client gets an e-mail link valid 7 days.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Expiry:  </a:t>
            </a:r>
            <a:r>
              <a:rPr sz="1500">
                <a:solidFill>
                  <a:srgbClr val="1F2937"/>
                </a:solidFill>
                <a:latin typeface="Calibri"/>
              </a:rPr>
              <a:t>unconverted quotes expire after the validity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Convert to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72694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39"/>
            <a:ext cx="6629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Step by step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6829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96596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Client accepted (you are notified)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583179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8317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985515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583179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Customer information and ID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20040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0273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20040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Vehicle details and photos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381762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176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21995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81762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Upload policy documents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348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4837176"/>
            <a:ext cx="18288" cy="196595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43484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Payment confirmation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5052059"/>
            <a:ext cx="384048" cy="38404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5205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052059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Policy issued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Conversion steps (POL-2026-00001)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Quotation &gt; Convert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Documents:  </a:t>
            </a:r>
            <a:r>
              <a:rPr sz="1500">
                <a:solidFill>
                  <a:srgbClr val="1F2937"/>
                </a:solidFill>
                <a:latin typeface="Calibri"/>
              </a:rPr>
              <a:t>ID, vehicle photos and the insurer policy are stored with the policy.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bill INV-2026-00001, booking journal, collection item, commission 4,200.75 accrued.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Dashboard:  </a:t>
            </a:r>
            <a:r>
              <a:rPr sz="1500">
                <a:solidFill>
                  <a:srgbClr val="1F2937"/>
                </a:solidFill>
                <a:latin typeface="Calibri"/>
              </a:rPr>
              <a:t>+1 policy and +35,076.27 premium straight away.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Check:  </a:t>
            </a:r>
            <a:r>
              <a:rPr sz="1500">
                <a:solidFill>
                  <a:srgbClr val="1F2937"/>
                </a:solidFill>
                <a:latin typeface="Calibri"/>
              </a:rPr>
              <a:t>complete KYC and vehicle identifiers before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Renewals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Renewals &gt; Renewal Policy — signed in as ramon.agent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Renewals &gt; Renewal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your active, expiring (0-5 days) and expired policies.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Timing:  </a:t>
            </a:r>
            <a:r>
              <a:rPr sz="1500">
                <a:solidFill>
                  <a:srgbClr val="1F2937"/>
                </a:solidFill>
                <a:latin typeface="Calibri"/>
              </a:rPr>
              <a:t>notices go to your clients at 60 / 30 / 15 days; you get a reminder each time.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Action:  </a:t>
            </a:r>
            <a:r>
              <a:rPr sz="1500">
                <a:solidFill>
                  <a:srgbClr val="1F2937"/>
                </a:solidFill>
                <a:latin typeface="Calibri"/>
              </a:rPr>
              <a:t>start the renewal quote from the policy row.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Scope:  </a:t>
            </a:r>
            <a:r>
              <a:rPr sz="1500">
                <a:solidFill>
                  <a:srgbClr val="1F2937"/>
                </a:solidFill>
                <a:latin typeface="Calibri"/>
              </a:rPr>
              <a:t>empty tiles mean none of your policies are due.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Claims notice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72694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39"/>
            <a:ext cx="6629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0B4F9C"/>
                </a:solidFill>
                <a:latin typeface="Calibri"/>
              </a:rPr>
              <a:t>Step by step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368296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965960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 the client or policy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624328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6243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026664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2624328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Claim request: date, time, place of loss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282696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826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85032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282696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Cause of loss and estimate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3941064"/>
            <a:ext cx="384048" cy="384048"/>
          </a:xfrm>
          <a:prstGeom prst="ellipse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410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43400"/>
            <a:ext cx="18288" cy="237743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3941064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Attach documents (2 MB, PNG / JPEG / PDF)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599431"/>
            <a:ext cx="384048" cy="38404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99431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599431"/>
            <a:ext cx="58978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Send to the insurer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Claim request steps (the Claims Officer takes it from there)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Claims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date of loss must be inside the policy period and not in the future.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Refusal:  </a:t>
            </a:r>
            <a:r>
              <a:rPr sz="1500">
                <a:solidFill>
                  <a:srgbClr val="1F2937"/>
                </a:solidFill>
                <a:latin typeface="Calibri"/>
              </a:rPr>
              <a:t>the reason is shown, e.g. “outside the policy period 2026-09-28 to 2027-09-28”.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Follow-up:  </a:t>
            </a:r>
            <a:r>
              <a:rPr sz="1500">
                <a:solidFill>
                  <a:srgbClr val="1F2937"/>
                </a:solidFill>
                <a:latin typeface="Calibri"/>
              </a:rPr>
              <a:t>you are notified at each status: Processing, Pending Approval, Approved, Settled.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Renewals come back to you as leads for the next term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 Lead: capture the prospect.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2 Quote: price and send for approval.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4 Policy: convert once the client accepts.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Later: follow receipts, claims and renewals of your book from notifications.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FIGURES AND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and figures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12745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The agent role has no Reports menu.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83080"/>
          <a:ext cx="112745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8455914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Agent Dashboard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Leads, clients, policies sold, commission by month, collected premium, receivables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Commission Dashboard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Commission earned and payable on your policies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Leads &gt; KPI tiles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Total leads, last 7 / 30 days, converted,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Renewal Policy 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Active, expiring soon and expired policies in your book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Ask Finance: commission per policy with WHT and net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Quotation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00:30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unconverted quotes expire after the validity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clients get notices; you get a reminder each time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pipeline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05:30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expiring policies enter the renewal queue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Your clients are reminded before premium is due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Policy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00:15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Policies past expiry are marked expired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Customer accepted quotation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Proceed to policy.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Policy issued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Policy and bill numbers.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Endorsement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With the premium change, if any.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New claim registered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 claim was registered on your policy.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Claim status changes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Processing, Pending Approval, Approved, Settled.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1636" y="3520439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6227" y="3685031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6227" y="368503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Reminder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7515" y="363016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notice 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7515" y="3941063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First, second or final notice for your policy.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Agent / Referrer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Contact number accepts the 10-digit form (9171234567); 09… and +63… forms are not yet accepted.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An existing lead has no “Create Quote” action yet: create the quote right after saving the lead.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quote lists (policy types, vehicle details, signatories) are fixed lists until linked to the masters.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CTPL treatment (separate policy or part of the premium) is awaiting a business decision.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ID card, ID number and vehicle identifiers are not yet mandatory at conversion: check them before Next.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The payment step at conversion is a simulated confirmation; real receipting is done by Finance.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Commission accrues to the user who created the policy: create your own quotes.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Save the lead, then create the quote immediately.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 the Agent Dashboard every morning.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Keep your bank details with Finance so payouts are not held.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Agent / Referrer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&lt;to be confirmed by BDOI&gt;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