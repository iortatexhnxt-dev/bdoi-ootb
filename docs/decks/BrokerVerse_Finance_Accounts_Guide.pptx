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3172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— Finance / Accounts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Out-of-the-box functions, flows, reports and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BDO Insure (BDOI)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2212116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221211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Receipts and collections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0796" y="4983480"/>
            <a:ext cx="2055205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0796" y="4983480"/>
            <a:ext cx="2055205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Payouts and remittance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3161" y="4983480"/>
            <a:ext cx="799917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3161" y="4983480"/>
            <a:ext cx="799917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Ledger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173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Finance / 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063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liza.finance (maker), fe.approver (checker)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204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764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8231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Home (business overview dashboard)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Collects:  </a:t>
            </a:r>
            <a:r>
              <a:rPr sz="1600">
                <a:solidFill>
                  <a:srgbClr val="1F2937"/>
                </a:solidFill>
                <a:latin typeface="Calibri"/>
              </a:rPr>
              <a:t>official receipts against open bills, partial or full; collections and ageing.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Pays:  </a:t>
            </a:r>
            <a:r>
              <a:rPr sz="1600">
                <a:solidFill>
                  <a:srgbClr val="1F2937"/>
                </a:solidFill>
                <a:latin typeface="Calibri"/>
              </a:rPr>
              <a:t>commission payouts to agents and premium remittances to insurers, by voucher and cheque.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Keeps the ledger:  </a:t>
            </a:r>
            <a:r>
              <a:rPr sz="1600">
                <a:solidFill>
                  <a:srgbClr val="1F2937"/>
                </a:solidFill>
                <a:latin typeface="Calibri"/>
              </a:rPr>
              <a:t>journal vouchers, corrections, reversals, trial balance.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Reports:  </a:t>
            </a:r>
            <a:r>
              <a:rPr sz="1600">
                <a:solidFill>
                  <a:srgbClr val="1F2937"/>
                </a:solidFill>
                <a:latin typeface="Calibri"/>
              </a:rPr>
              <a:t>financial and operational reports; receivables and payables registers.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names liza.finance and fe.approver. Land on Home, the business overview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fe.approver (checker for vouchers, remittances, settlements, JVs), insurers (remittance), agents (payouts).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Maker-checker is on (finance.maker_checker_enabled): the maker cannot approve their own voucher, remittance, settlement or JV.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and screens granted to this role (menuPermissions); anything else is hidden and blocked by the route guard and the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636264" cy="2839085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3435095" cy="229044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Executive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6344" y="1645920"/>
            <a:ext cx="3636264" cy="2839085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6344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072" y="2121408"/>
            <a:ext cx="3435095" cy="229044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645920"/>
            <a:ext cx="3636264" cy="2839085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5488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5215" y="2121408"/>
            <a:ext cx="3435095" cy="2290445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Receipts, Collections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Accounting Query, All Clients Accounting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Open Entry Matching / Un-Matching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Disbursement, Petty Cash (5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Journal, Correction and Reversal JV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Remittance (17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Incentive (4 screens)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7885"/>
            <a:ext cx="3636264" cy="155003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667885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667885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143373"/>
            <a:ext cx="3435095" cy="100139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Commission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Agents/Referrer Accounts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6344" y="4667885"/>
            <a:ext cx="3636264" cy="155003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76344" y="4667885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3504" y="4667885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6072" y="5143373"/>
            <a:ext cx="3435095" cy="100139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Reconciliation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5488" y="4667885"/>
            <a:ext cx="3636264" cy="155003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95488" y="4667885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667885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5215" y="5143373"/>
            <a:ext cx="3435095" cy="1001394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Financial: SOA, Collection, Payables, Journal, Trial Balance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Operational: all five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Receipts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Accounts &gt; Receipts — signed in as liza.finance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Receipts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official receipts (OR) with policy, customer and date.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Actions:  </a:t>
            </a:r>
            <a:r>
              <a:rPr sz="1500">
                <a:solidFill>
                  <a:srgbClr val="1F2937"/>
                </a:solidFill>
                <a:latin typeface="Calibri"/>
              </a:rPr>
              <a:t>+ Receipt, Bulk Upload, Bulk Print.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JV Dr cash / Cr premium receivable; bill Paid, collection item closed.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Add receipt against open bills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Screen from the recorded end-to-end run — Add receipt: open bills for POL-2026-00001 — liza.finance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Receipts &gt; Add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Pick:  </a:t>
            </a:r>
            <a:r>
              <a:rPr sz="1500">
                <a:solidFill>
                  <a:srgbClr val="1F2937"/>
                </a:solidFill>
                <a:latin typeface="Calibri"/>
              </a:rPr>
              <a:t>customer, policy and the open bill (e.g. INV-2026-00002, 5,010.00).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payment cannot exceed the balance (4,000 on 3,010 was refused).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Partial:  </a:t>
            </a:r>
            <a:r>
              <a:rPr sz="1500">
                <a:solidFill>
                  <a:srgbClr val="1F2937"/>
                </a:solidFill>
                <a:latin typeface="Calibri"/>
              </a:rPr>
              <a:t>OR-2026-00020 2,000 left 3,010; OR-2026-00021 closed it.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Fields:  </a:t>
            </a:r>
            <a:r>
              <a:rPr sz="1500">
                <a:solidFill>
                  <a:srgbClr val="1F2937"/>
                </a:solidFill>
                <a:latin typeface="Calibri"/>
              </a:rPr>
              <a:t>receipt mode, transaction code OR, reference and remarks.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Collections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Accounts &gt; Collections — signed in as liza.finance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Collections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outstanding by client and policy, in buckets current / 1-30 / 31-60 / 61-90 / 90+.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Reminders:  </a:t>
            </a:r>
            <a:r>
              <a:rPr sz="1500">
                <a:solidFill>
                  <a:srgbClr val="1F2937"/>
                </a:solidFill>
                <a:latin typeface="Calibri"/>
              </a:rPr>
              <a:t>Manual Trigger Reminder Now, or the 08:00 job.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Report:  </a:t>
            </a:r>
            <a:r>
              <a:rPr sz="1500">
                <a:solidFill>
                  <a:srgbClr val="1F2937"/>
                </a:solidFill>
                <a:latin typeface="Calibri"/>
              </a:rPr>
              <a:t>Receivables Ageing.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Commission payout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Screen from the recorded end-to-end run — Agent payout invoice list (PV-2026-00022) — liza.finance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Disbursement &gt; payout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Amounts:  </a:t>
            </a:r>
            <a:r>
              <a:rPr sz="1500">
                <a:solidFill>
                  <a:srgbClr val="1F2937"/>
                </a:solidFill>
                <a:latin typeface="Calibri"/>
              </a:rPr>
              <a:t>gross 4,200.75, WHT 210.04 (Individual 5%), net 3,990.71.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maker cannot approve own voucher; fe.approver approved.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Journal:  </a:t>
            </a:r>
            <a:r>
              <a:rPr sz="1500">
                <a:solidFill>
                  <a:srgbClr val="1F2937"/>
                </a:solidFill>
                <a:latin typeface="Calibri"/>
              </a:rPr>
              <a:t>Dr commission payable / Cr cash / Cr WHT payable, balanced.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Journal voucher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Accounts &gt; Journal Voucher — signed in as liza.finance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Journal Voucher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debits must equal credits (screen and API refuse unbalanced).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Flow:  </a:t>
            </a:r>
            <a:r>
              <a:rPr sz="1500">
                <a:solidFill>
                  <a:srgbClr val="1F2937"/>
                </a:solidFill>
                <a:latin typeface="Calibri"/>
              </a:rPr>
              <a:t>maker submits, checker approves and posts (JV-2026-00106).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Status:  </a:t>
            </a:r>
            <a:r>
              <a:rPr sz="1500">
                <a:solidFill>
                  <a:srgbClr val="1F2937"/>
                </a:solidFill>
                <a:latin typeface="Calibri"/>
              </a:rPr>
              <a:t>draft, awaiting approval, posted.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trial balance counts approved and posted JVs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Remittance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Accounts &gt; Remittance &gt; Tracking — signed in as liza.finance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Remittance &gt;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remittances per insurer: gross, commission retained, net due, status.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Example:  </a:t>
            </a:r>
            <a:r>
              <a:rPr sz="1500">
                <a:solidFill>
                  <a:srgbClr val="1F2937"/>
                </a:solidFill>
                <a:latin typeface="Calibri"/>
              </a:rPr>
              <a:t>REM-2026-00018 to MAPFRE, net 30,875.52.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Levels:  </a:t>
            </a:r>
            <a:r>
              <a:rPr sz="1500">
                <a:solidFill>
                  <a:srgbClr val="1F2937"/>
                </a:solidFill>
                <a:latin typeface="Calibri"/>
              </a:rPr>
              <a:t>approval level by amount: up to 100,000; up to 1,000,000; above.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Approval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Screen from the recorded end-to-end run — Remittance approval queue — fe.approver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Accounts &gt; Remittance &gt; Approval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pending approvals with SLA, level and amount.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the initiator is refused; a second finance user approves.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Next:  </a:t>
            </a:r>
            <a:r>
              <a:rPr sz="1500">
                <a:solidFill>
                  <a:srgbClr val="1F2937"/>
                </a:solidFill>
                <a:latin typeface="Calibri"/>
              </a:rPr>
              <a:t>settlement approval raises the insurer voucher; cheque approved, printed, voucher Paid.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Agents / referrer accounts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Commission &gt; Agents/Referrer Accounts — signed in as liza.finance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Commission &gt; Agents/Referrer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referrers with type, level, policies, net payable, WHT type and bank account.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WHT rate follows the referrer type (Individual 5%).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Next:  </a:t>
            </a:r>
            <a:r>
              <a:rPr sz="1500">
                <a:solidFill>
                  <a:srgbClr val="1F2937"/>
                </a:solidFill>
                <a:latin typeface="Calibri"/>
              </a:rPr>
              <a:t>Generate payout creates a draft disbursement.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3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3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3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Agent / Sales / 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411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0883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035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035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4035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Agent / Sales / UW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5363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988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Customer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988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Client (e-mail link)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7316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4788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Agent / Sales / UW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59268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6740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892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892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9892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System at issuance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1219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8692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1844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1844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712196" y="2551176"/>
            <a:ext cx="274320" cy="402335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8692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1844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1844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Finance maker + checker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9761219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6740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892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Remittance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9892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Finance maker + checker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7859268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7940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7940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Endorsement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7940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Customer Services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5957316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02836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5988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5988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Claim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5988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Claims maker + checker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055363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00883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4035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74035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Renewal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4035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UW / Sales + 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43159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1168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31596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Endorsement bills come back to you as receipts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09160"/>
            <a:ext cx="11274552" cy="150876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4846320"/>
            <a:ext cx="534924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5 Billing: booked at issuance (INV + JV + collection item).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6 Receipt: OR against open bills.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4846320"/>
            <a:ext cx="539496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7 Commission: payout with WHT, maker and checker.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8 Remittance: net premium to the insurer.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OPERATIONAL / FINANCIAL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971092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97109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On screen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3129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3129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804" y="1216152"/>
            <a:ext cx="506669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Thirteen reports in your catalogue.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83080"/>
          <a:ext cx="554126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362102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Operational 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 retained, net due,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 by month, product or insurer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Policies and premium split into new business and renewals per month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Reinsurance Cession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Cessions per treaty and policy: sum insured, ceded sum and premium, share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90488" y="1783080"/>
          <a:ext cx="554126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3621023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Financial 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SOA / Premium Receivable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Bills issued: amount, paid, balance, age and ageing bucket as of To Date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Collection Report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Bills due: billed, collected, balance and collection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Receivables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Outstanding receivables by bucket (30/60/90/120 days)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Receipts Register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Official receipts: bill, policy, payment mode, bank, reference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Payables / Disbursement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Payment vouchers to insurers, agents, clients, vendors with approval and paid dates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Journal Register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Journal lines: account, debit, credit, memo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Trial Balance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Opening, period debits and credits, closing balance per account (approved and posted JVs)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B4F9C"/>
                          </a:solidFill>
                          <a:latin typeface="Calibri"/>
                        </a:rPr>
                        <a:t>Incentive 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1F2937"/>
                          </a:solidFill>
                          <a:latin typeface="Calibri"/>
                        </a:rPr>
                        <a:t>Programme target, achieved, achievement % and payout per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Receivable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07:00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Buckets 30/60/90/120 refreshed; overdue flagged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Collection reminders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08:00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e-mailed 7 days before due, then every 7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Daily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05:00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Collections summary each morning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E-mail outbox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5 minutes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Reminders and statements leave every 5 minutes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Report schedules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Your own timetable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Trial balance or SOA e-mailed on your timetable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server time (Philippine time in production). The IT administrator can change a timetable, switch a job off or press Run now; every run is recorded.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Journal voucher awaiting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To finance approvers.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Journal voucher approved / 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Back to the maker with the reason.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Remittances awaiting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Batch number and count.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Direct bill / settlement approved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Back to the initiator.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Petty cash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Requester and amount.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6227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7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7515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Petty cash below minimum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7515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To the fund custodian.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Finance /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Chart of accounts has no operating-expense accounts yet (rent, salaries, utilities).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Receipts API is shared with the in-app payment step; separation is planned.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Direct Bill Processing wording (insured bill vs insurer remittance) awaits a business decision.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Remittance and settlement dates are shown month-first; the settlement date picker is MM/DD/YYYY.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Commission can accrue to an administrator who issued a policy.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Always pick the bill, not just the policy, when receipting.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Ask the checker to approve the same day (SLA).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Print approved cheques so vouchers become Paid.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Run the trial balance after every posting day.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— Finance / Accounts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1874519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&lt;to be confirmed by BDOI&gt;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4690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4690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&lt;support mailbox to be confirmed&gt;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7608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&lt;business hours, Manila time, to be confirmed&gt;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0527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0527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User Access Administrator (Master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insurance-broking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