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Finance / Accounts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BrokerVerse OOTB ·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2212116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221211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Receipts and collections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80796" y="4983480"/>
            <a:ext cx="2055205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80796" y="4983480"/>
            <a:ext cx="205520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Payouts and remittance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73161" y="4983480"/>
            <a:ext cx="799917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73161" y="4983480"/>
            <a:ext cx="799917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Ledger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Finance / Accounts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liza.finance (maker), fe.approver (checker)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Executive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Collects:  </a:t>
            </a:r>
            <a:r>
              <a:rPr sz="1600">
                <a:solidFill>
                  <a:srgbClr val="1F2937"/>
                </a:solidFill>
                <a:latin typeface="Calibri"/>
              </a:rPr>
              <a:t>official receipts against open bills, partial or full; collections and ageing.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Pays:  </a:t>
            </a:r>
            <a:r>
              <a:rPr sz="1600">
                <a:solidFill>
                  <a:srgbClr val="1F2937"/>
                </a:solidFill>
                <a:latin typeface="Calibri"/>
              </a:rPr>
              <a:t>commission payouts to agents and premium remittances to insurers, by voucher and cheque.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Keeps the ledger:  </a:t>
            </a:r>
            <a:r>
              <a:rPr sz="1600">
                <a:solidFill>
                  <a:srgbClr val="1F2937"/>
                </a:solidFill>
                <a:latin typeface="Calibri"/>
              </a:rPr>
              <a:t>journal vouchers, corrections, reversals, trial balance.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Runs incentives:  </a:t>
            </a:r>
            <a:r>
              <a:rPr sz="1600">
                <a:solidFill>
                  <a:srgbClr val="1F2937"/>
                </a:solidFill>
                <a:latin typeface="Calibri"/>
              </a:rPr>
              <a:t>calculates, approves (second user) and pays agent incentives; reconciles reinsurer statements.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Reports:  </a:t>
            </a:r>
            <a:r>
              <a:rPr sz="1600">
                <a:solidFill>
                  <a:srgbClr val="1F2937"/>
                </a:solidFill>
                <a:latin typeface="Calibri"/>
              </a:rPr>
              <a:t>financial reports and the remittance / commission reports.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names liza.finance and fe.approver. Land on the Executive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fe.approver (checker for vouchers, remittances, settlements, JVs, debit notes, incentive batches), insurers (remittance), agents (payouts).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Maker-checker is on (finance.maker_checker_enabled): the maker cannot approve their own voucher, remittance, settlement or JV.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Menus and screens granted to this role (menuPermissions); anything else is hidden and blocked by the route guard and the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3636264" cy="2462276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3435095" cy="1913635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Executive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6344" y="1645920"/>
            <a:ext cx="3636264" cy="2462276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76344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3504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6072" y="2121408"/>
            <a:ext cx="3435095" cy="1913635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Open Items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Payments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645920"/>
            <a:ext cx="3636264" cy="2462276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5488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2648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5215" y="2121408"/>
            <a:ext cx="3435095" cy="1913635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Receipts, Collections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Accounting Query, All Clients Accounting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Open Entry Matching / Un-Matching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Disbursement, Petty Cash (5 screens)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Journal, Correction and Reversal JV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Remittance (17 screens)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Incentive (4 screens)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91076"/>
            <a:ext cx="3636264" cy="1926843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291076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291076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766564"/>
            <a:ext cx="3435095" cy="1378203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Commission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Agents/Referrer Accounts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6344" y="4291076"/>
            <a:ext cx="3636264" cy="1926843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76344" y="4291076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3504" y="4291076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6072" y="4766564"/>
            <a:ext cx="3435095" cy="1378203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Reconciliation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5488" y="4291076"/>
            <a:ext cx="3636264" cy="1926843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95488" y="4291076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2648" y="4291076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5215" y="4766564"/>
            <a:ext cx="3435095" cy="1378203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All Reports (14 reports)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Financial Reports: SOA, Collection, Payables, Journal, Trial Balance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Operational Reports: Remittance, Broker Commission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Receipts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Accounts &gt; Receipts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Receipts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official receipts (OR) with policy, customer and date.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+ Receipt, Bulk Upload, Bulk Print.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JV Dr cash / Cr premium receivable; bill Paid, collection item closed.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Add receipt against open bills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564151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56835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Add receipt with the open bill of POL-2026-90003 (example values)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Receipts &gt; + Receipt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Pick:  </a:t>
            </a:r>
            <a:r>
              <a:rPr sz="1500">
                <a:solidFill>
                  <a:srgbClr val="1F2937"/>
                </a:solidFill>
                <a:latin typeface="Calibri"/>
              </a:rPr>
              <a:t>customer, policy and the open bill (e.g. INV-2026-00002, 5,010.00).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payment cannot exceed the balance (4,000 on 3,010 was refused).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Partial:  </a:t>
            </a:r>
            <a:r>
              <a:rPr sz="1500">
                <a:solidFill>
                  <a:srgbClr val="1F2937"/>
                </a:solidFill>
                <a:latin typeface="Calibri"/>
              </a:rPr>
              <a:t>OR-2026-00020 2,000 left 3,010; OR-2026-00021 closed it.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Fields:  </a:t>
            </a:r>
            <a:r>
              <a:rPr sz="1500">
                <a:solidFill>
                  <a:srgbClr val="1F2937"/>
                </a:solidFill>
                <a:latin typeface="Calibri"/>
              </a:rPr>
              <a:t>receipt mode, transaction code OR, reference and remarks.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Collections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Accounts &gt; Collections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Collections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outstanding by client and policy, in buckets current / 1-30 / 31-60 / 61-90 / 90+.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Reminders:  </a:t>
            </a:r>
            <a:r>
              <a:rPr sz="1500">
                <a:solidFill>
                  <a:srgbClr val="1F2937"/>
                </a:solidFill>
                <a:latin typeface="Calibri"/>
              </a:rPr>
              <a:t>Send Payment Reminders Now, or the 08:00 job.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Report:  </a:t>
            </a:r>
            <a:r>
              <a:rPr sz="1500">
                <a:solidFill>
                  <a:srgbClr val="1F2937"/>
                </a:solidFill>
                <a:latin typeface="Calibri"/>
              </a:rPr>
              <a:t>Receivables Ageing.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Commission payout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Referrer account of Ramon Dela Cruz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Commission &gt; Agents/Referrer Accounts &gt; referrer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Amounts:  </a:t>
            </a:r>
            <a:r>
              <a:rPr sz="1500">
                <a:solidFill>
                  <a:srgbClr val="1F2937"/>
                </a:solidFill>
                <a:latin typeface="Calibri"/>
              </a:rPr>
              <a:t>gross 4,200.75, WHT 210.04 (Individual 5%), net 3,990.71.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maker cannot approve own voucher; fe.approver approved.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Journal:  </a:t>
            </a:r>
            <a:r>
              <a:rPr sz="1500">
                <a:solidFill>
                  <a:srgbClr val="1F2937"/>
                </a:solidFill>
                <a:latin typeface="Calibri"/>
              </a:rPr>
              <a:t>Dr commission payable / Cr cash / Cr WHT payable, balanced.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Journal voucher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Accounts &gt; Journal Voucher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Journal Voucher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debits must equal credits (screen and API refuse unbalanced).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Flow:  </a:t>
            </a:r>
            <a:r>
              <a:rPr sz="1500">
                <a:solidFill>
                  <a:srgbClr val="1F2937"/>
                </a:solidFill>
                <a:latin typeface="Calibri"/>
              </a:rPr>
              <a:t>maker submits, checker approves and posts (JV-2026-00106).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Status:  </a:t>
            </a:r>
            <a:r>
              <a:rPr sz="1500">
                <a:solidFill>
                  <a:srgbClr val="1F2937"/>
                </a:solidFill>
                <a:latin typeface="Calibri"/>
              </a:rPr>
              <a:t>draft, awaiting approval, posted.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trial balance counts approved and posted JVs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Remittance tracking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Accounts &gt; Remittance &gt; Tracking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Remittance &gt;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remittances per insurer: gross, commission retained, net due, status.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Example:  </a:t>
            </a:r>
            <a:r>
              <a:rPr sz="1500">
                <a:solidFill>
                  <a:srgbClr val="1F2937"/>
                </a:solidFill>
                <a:latin typeface="Calibri"/>
              </a:rPr>
              <a:t>REM-2026-00018 to MAPFRE, net 30,875.52.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Levels:  </a:t>
            </a:r>
            <a:r>
              <a:rPr sz="1500">
                <a:solidFill>
                  <a:srgbClr val="1F2937"/>
                </a:solidFill>
                <a:latin typeface="Calibri"/>
              </a:rPr>
              <a:t>approval level by amount: up to 100,000; up to 1,000,000; above.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Approval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Remittance approval queue — signed in as fe.approver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Remittance &gt; Approval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pending approvals with SLA, level and amount.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the initiator is refused; a second finance user approves.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Next:  </a:t>
            </a:r>
            <a:r>
              <a:rPr sz="1500">
                <a:solidFill>
                  <a:srgbClr val="1F2937"/>
                </a:solidFill>
                <a:latin typeface="Calibri"/>
              </a:rPr>
              <a:t>settlement approval raises the insurer voucher; cheque approved, printed, voucher Paid.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Accounts &gt; Incentive &gt; Calculations — signed in as liza.finance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Accounts &gt; Incentive &gt; Calculations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Maker:  </a:t>
            </a:r>
            <a:r>
              <a:rPr sz="1500">
                <a:solidFill>
                  <a:srgbClr val="1F2937"/>
                </a:solidFill>
                <a:latin typeface="Calibri"/>
              </a:rPr>
              <a:t>New Calculation for a programme and period creates a batch CALC- per agent.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Checker:  </a:t>
            </a:r>
            <a:r>
              <a:rPr sz="1500">
                <a:solidFill>
                  <a:srgbClr val="1F2937"/>
                </a:solidFill>
                <a:latin typeface="Calibri"/>
              </a:rPr>
              <a:t>a second finance user approves or rejects the batch in Approvals.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Statement:  </a:t>
            </a:r>
            <a:r>
              <a:rPr sz="1500">
                <a:solidFill>
                  <a:srgbClr val="1F2937"/>
                </a:solidFill>
                <a:latin typeface="Calibri"/>
              </a:rPr>
              <a:t>choose the agent to see earnings, year-to-date and the programme breakdown.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programmes are master data kept by administrators.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part of the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Endorsement bills come back to you as receipts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5 Billing: booked at issuance (INV + JV + collection item).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6 Receipt: OR against open bills.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7 Commission: payout with WHT, maker and checker.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8 Remittance: net premium to the insurer.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ALL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Fourteen reports in Reports &gt; All Reports.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554126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Operational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Reinsurance Cession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Cessions per treaty and policy: sum insured, ceded sum and premium, share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90488" y="1783080"/>
          <a:ext cx="554126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Financial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SOA / Premium Receivable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issued: amount, paid, balance, age and ageing bucket as of To Date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Collection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due: billed, collected, balance and collection 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Receivables Ageing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Outstanding receivables by bucket (30/60/90/120 days)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Commission Receivable – Direct Bill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Commission and VAT due from insurers on direct-bill policies, with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Receipts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Official receipts: bill, policy, payment mode, bank, reference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Payables / Disbursement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Payment vouchers to insurers, agents, clients, vendors with approval and paid dates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Journal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Journal lines: account, debit, credit, memo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Trial Balance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Opening, period debits and credits, closing balance per account (approved and posted JVs)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Incentive Results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Programme target, achieved, achievement % and payout per agent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Receivable ageing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07:00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Buckets 30/60/90/120 refreshed; overdue flagged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Collection reminders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08:00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e-mailed 7 days before due, then every 7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Daily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Collections summary each morning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E-mail outbox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5 minutes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Reminders and statements leave every 5 minutes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Report schedules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own timetable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Trial balance or SOA e-mailed on your timetable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Journal voucher awaiting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To finance approvers.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Journal voucher approved / 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Back to the maker with the reason.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Remittances awaiting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Batch number and count.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Direct bill / settlement approved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Back to the initiator.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Petty cash request / incentive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Requester and amount, e.g. ₱85,000.00.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1636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6227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6227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C62828"/>
                </a:solidFill>
                <a:latin typeface="Calibri"/>
              </a:rPr>
              <a:t>Alert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7515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Petty cash below minimum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7515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To the fund custodian.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Finance /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Your session is kept in the browser’s local storage: sign out on shared computers and keep the browser up to date.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Two-factor set-up shows a setup key and an app link, but no QR code: type the key into the authenticator app.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Screens are in English or Thai; Filipino is configured but has no translation yet.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Some database queries use the database’s own date: set the PostgreSQL time zone to Asia/Manila.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Always pick the bill, not just the policy, when receipting.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Ask the checker to approve the same day (SLA).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Print approved cheques so vouchers become Paid.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Run the trial balance after every posting 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Finance / Accounts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&lt;service desk to be confirmed&gt;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