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Sales / Relationship Manager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BDO Insure (BDOI)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584472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58447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Leads and quotes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3152" y="4983480"/>
            <a:ext cx="956828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3152" y="4983480"/>
            <a:ext cx="9568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140" y="4983480"/>
            <a:ext cx="956828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140" y="4983480"/>
            <a:ext cx="9568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Renewals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Sales / Relationship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maria.sales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Home (business overview dashboard)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Wins business:  </a:t>
            </a:r>
            <a:r>
              <a:rPr sz="1600">
                <a:solidFill>
                  <a:srgbClr val="1F2937"/>
                </a:solidFill>
                <a:latin typeface="Calibri"/>
              </a:rPr>
              <a:t>captures leads, builds and sends quotations, converts accepted quotes to policies.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Looks after clients:  </a:t>
            </a:r>
            <a:r>
              <a:rPr sz="1600">
                <a:solidFill>
                  <a:srgbClr val="1F2937"/>
                </a:solidFill>
                <a:latin typeface="Calibri"/>
              </a:rPr>
              <a:t>client 360 view with policies, claims, renewals and endorsements.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Retains the book:  </a:t>
            </a:r>
            <a:r>
              <a:rPr sz="1600">
                <a:solidFill>
                  <a:srgbClr val="1F2937"/>
                </a:solidFill>
                <a:latin typeface="Calibri"/>
              </a:rPr>
              <a:t>works the renewal queue, at-risk policies and negotiations.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Tracks results:  </a:t>
            </a:r>
            <a:r>
              <a:rPr sz="1600">
                <a:solidFill>
                  <a:srgbClr val="1F2937"/>
                </a:solidFill>
                <a:latin typeface="Calibri"/>
              </a:rPr>
              <a:t>executive and agent dashboards, commission dashboard, operational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maria.sales. Lands on Home, the business overview dashboard; the Agent Dashboard is in the Dashboard menu.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Underwriter (quote approval), client (accepts by e-mail link), Finance (receipts, commission), Customer Services (endorsements),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Quotations are maker-checker: the underwriter is notified when you send one for approval.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and screens granted to this role (menuPermissions); anything else is hidden and blocked by the route guard and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636264" cy="32722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3435095" cy="272364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Executive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Agent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6344" y="1645920"/>
            <a:ext cx="3636264" cy="32722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6344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2121408"/>
            <a:ext cx="3435095" cy="272364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Product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636264" cy="32722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5488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5" y="2121408"/>
            <a:ext cx="3435095" cy="272364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Renewals: Renewal Policy, Batch, Queue, Retention Analytics, At-Risk, Negotiations, Lapse Mgmt, Performance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01082"/>
            <a:ext cx="3636264" cy="111683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101082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01082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76570"/>
            <a:ext cx="3435095" cy="56819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Commission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6344" y="5101082"/>
            <a:ext cx="3636264" cy="111683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6344" y="5101082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3504" y="5101082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5576570"/>
            <a:ext cx="3435095" cy="56819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Executive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Dashboard &gt; Executive Dashboard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Executive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revenue, active policies, new business and claims ratio against target.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Filters:  </a:t>
            </a:r>
            <a:r>
              <a:rPr sz="1500">
                <a:solidFill>
                  <a:srgbClr val="1F2937"/>
                </a:solidFill>
                <a:latin typeface="Calibri"/>
              </a:rPr>
              <a:t>date range and period; Export Report for premium by product.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Source:  </a:t>
            </a:r>
            <a:r>
              <a:rPr sz="1500">
                <a:solidFill>
                  <a:srgbClr val="1F2937"/>
                </a:solidFill>
                <a:latin typeface="Calibri"/>
              </a:rPr>
              <a:t>moves as soon as a policy is issued or a claim is registered.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Leads / prospects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Leads/Prospects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Leads/Prospects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every prospect by line (Motor, Fire and Allied Perils, Industrial All Risks).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Create Lead:  </a:t>
            </a:r>
            <a:r>
              <a:rPr sz="1500">
                <a:solidFill>
                  <a:srgbClr val="1F2937"/>
                </a:solidFill>
                <a:latin typeface="Calibri"/>
              </a:rPr>
              <a:t>name, category, date of birth, e-mail, 10-digit mobile are validated.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KPIs:  </a:t>
            </a:r>
            <a:r>
              <a:rPr sz="1500">
                <a:solidFill>
                  <a:srgbClr val="1F2937"/>
                </a:solidFill>
                <a:latin typeface="Calibri"/>
              </a:rPr>
              <a:t>total, last 7 / 30 days, converted, conversion rate.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Create Quote straight after saving; Generate Report gives the Lead Conversion Funnel.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Quotation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Quotation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Quotation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all quotes with status: draft, sent for approval, approved, converted.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Pricing:  </a:t>
            </a:r>
            <a:r>
              <a:rPr sz="1500">
                <a:solidFill>
                  <a:srgbClr val="1F2937"/>
                </a:solidFill>
                <a:latin typeface="Calibri"/>
              </a:rPr>
              <a:t>server re-prices with configured rates: VAT 12%, DST 12.5%, LGT 0.75%.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Approval:  </a:t>
            </a:r>
            <a:r>
              <a:rPr sz="1500">
                <a:solidFill>
                  <a:srgbClr val="1F2937"/>
                </a:solidFill>
                <a:latin typeface="Calibri"/>
              </a:rPr>
              <a:t>sent quotes notify the underwriter; the client accepts by e-mail link (valid 7 days).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Expiry:  </a:t>
            </a:r>
            <a:r>
              <a:rPr sz="1500">
                <a:solidFill>
                  <a:srgbClr val="1F2937"/>
                </a:solidFill>
                <a:latin typeface="Calibri"/>
              </a:rPr>
              <a:t>quotes past validity expire overnight.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Policy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policies with insurer, premium, dates and payment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Convert:  </a:t>
            </a:r>
            <a:r>
              <a:rPr sz="1500">
                <a:solidFill>
                  <a:srgbClr val="1F2937"/>
                </a:solidFill>
                <a:latin typeface="Calibri"/>
              </a:rPr>
              <a:t>an accepted quote becomes a policy with documents and vehicle photos.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bill INV + booking journal + collection item + commission accrual.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endorsement, claim, renewal from the row menu.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Renewal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Renewals &gt; Renewal Queue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 &gt; Renewal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policies due for renewal with days to expiry, risk level and assigned agent.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Timing:  </a:t>
            </a:r>
            <a:r>
              <a:rPr sz="1500">
                <a:solidFill>
                  <a:srgbClr val="1F2937"/>
                </a:solidFill>
                <a:latin typeface="Calibri"/>
              </a:rPr>
              <a:t>enrolled 90 days before expiry; notices at 60 / 30 / 15 days.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Rules:  </a:t>
            </a:r>
            <a:r>
              <a:rPr sz="1500">
                <a:solidFill>
                  <a:srgbClr val="1F2937"/>
                </a:solidFill>
                <a:latin typeface="Calibri"/>
              </a:rPr>
              <a:t>renewals are maker-checker; lapse after 30 days grace.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Related:  </a:t>
            </a:r>
            <a:r>
              <a:rPr sz="1500">
                <a:solidFill>
                  <a:srgbClr val="1F2937"/>
                </a:solidFill>
                <a:latin typeface="Calibri"/>
              </a:rPr>
              <a:t>At-Risk Policies, Negotiations, Retention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Commission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Commission &gt; Commission Dashboard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Commission &gt; Commission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brokerage income, comsub payable, net margin and outstanding payable.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Views:  </a:t>
            </a:r>
            <a:r>
              <a:rPr sz="1500">
                <a:solidFill>
                  <a:srgbClr val="1F2937"/>
                </a:solidFill>
                <a:latin typeface="Calibri"/>
              </a:rPr>
              <a:t>by referrer, by status, monthly trend, by product and by insurer.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Source:  </a:t>
            </a:r>
            <a:r>
              <a:rPr sz="1500">
                <a:solidFill>
                  <a:srgbClr val="1F2937"/>
                </a:solidFill>
                <a:latin typeface="Calibri"/>
              </a:rPr>
              <a:t>commission accrued at issuance and paid by Finance payouts.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Operational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2076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134516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506116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Reports &gt; Operational Reports &gt; Production — signed in as maria.sales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Operational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Production, Claims, Renewal, Remittance and Broker Commission.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Criteria:  </a:t>
            </a:r>
            <a:r>
              <a:rPr sz="1500">
                <a:solidFill>
                  <a:srgbClr val="1F2937"/>
                </a:solidFill>
                <a:latin typeface="Calibri"/>
              </a:rPr>
              <a:t>report criteria, from / to date, agent, company, branch, client.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Formats:  </a:t>
            </a:r>
            <a:r>
              <a:rPr sz="1500">
                <a:solidFill>
                  <a:srgbClr val="1F2937"/>
                </a:solidFill>
                <a:latin typeface="Calibri"/>
              </a:rPr>
              <a:t>CSV, XLSX, PDF; generated files are kept in the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Your renewal starts the next cycle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 Lead: capture and qualify.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2 Quote: price, send for approval and to the client.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4 Policy: convert the accepted quote, upload documents.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11 Renewal: work the queue and retain.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OPERATIONAL / 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Also via the report API: SOA, Receivables Ageing, Incentive Results.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112745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38"/>
                <a:gridCol w="6049759"/>
                <a:gridCol w="2841553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renewal; by agent, insurer or branch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Production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settled, age; criteria All / Open / Settled / Rejected / 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Claims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old vs new premium,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Renewal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Remittance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Broker Commission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Executive Dashboard &gt; Export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Executive Dashboard &gt; Export Report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 (30/60/90/180 days) with estimate and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Claims Dashboard &gt; Export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Leads by stage (new to converted / lost) with share and conversion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Leads &gt; Generate Report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quotes past validity become expired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policies enter the renewal queue 90 days 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get notices; you get a reminder per notice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reminded before premium is due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Production register ready each morning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Quotation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underwriter approved your quote; you can convert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Customer accepted quotation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client accepted by e-mail link: proceed to policy.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issued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Policy number and first bill number.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notice 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First, second or final notice sent for your policy.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approved / returned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Result of the renewal checker.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lapsed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Grace period passed with no renewal.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/ Relationship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Contact number accepts the 10-digit form (9171234567); 09… and +63… forms are not yet accepted.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An existing lead has no “Create Quote” action yet: create the quote right after saving the lead.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quote lists (policy types, vehicle details, signatories) are fixed lists until linked to the masters.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CTPL treatment (separate policy or part of the premium) is awaiting a business decision.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ID card, ID number and vehicle identifiers are not yet mandatory at conversion: check them before Next.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Clients list can fail to open for this role in the current build: open a client from Policy instead.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Report screens may show a permission message while loading the agent filter; the report still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Create the quote straight after saving the lead.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Check KYC and vehicle details before converting.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Watch the At-Risk Policies view weekly.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the Agent Dashboard for your own numbers.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Sales / Relationship Manager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&lt;to be confirmed by BDOI&gt;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