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User Access Administrator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7214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7214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90141" y="4983480"/>
            <a:ext cx="7214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0141" y="4983480"/>
            <a:ext cx="7214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8763" y="4983480"/>
            <a:ext cx="1741383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8763" y="4983480"/>
            <a:ext cx="1741383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Audit and sign-ins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User Access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carmela.morfe (and five other access administrators)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user-access-admin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Master &gt;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Manages users:  </a:t>
            </a:r>
            <a:r>
              <a:rPr sz="1600">
                <a:solidFill>
                  <a:srgbClr val="1F2937"/>
                </a:solidFill>
                <a:latin typeface="Calibri"/>
              </a:rPr>
              <a:t>creates users, assigns roles, deactivates leavers, unlocks and resets passwords.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Manages roles:  </a:t>
            </a:r>
            <a:r>
              <a:rPr sz="1600">
                <a:solidFill>
                  <a:srgbClr val="1F2937"/>
                </a:solidFill>
                <a:latin typeface="Calibri"/>
              </a:rPr>
              <a:t>maintains roles and their read / write permissions.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Reviews access:  </a:t>
            </a:r>
            <a:r>
              <a:rPr sz="1600">
                <a:solidFill>
                  <a:srgbClr val="1F2937"/>
                </a:solidFill>
                <a:latin typeface="Calibri"/>
              </a:rPr>
              <a:t>sign-in history per user and the audit trail for access reviews.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No business data:  </a:t>
            </a:r>
            <a:r>
              <a:rPr sz="1600">
                <a:solidFill>
                  <a:srgbClr val="1F2937"/>
                </a:solidFill>
                <a:latin typeface="Calibri"/>
              </a:rPr>
              <a:t>cannot open policies, receipts, claims or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carmela.morfe. Lands on Master &gt; Audit Trail, the first screen the role may open.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IT administrator (settings, schedules, API), line managers (approve access requests).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Access requests should be approved by the user’s manager before you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Grants: master &gt; "Generals &gt; User Management" and "Audit Trail"; permissions read/write users and roles, read audit and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45836" cy="2221737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545836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7151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5344668" cy="1673097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Generals &gt; User Management &gt; User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Generals &gt; User Management &gt; Role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645920"/>
            <a:ext cx="5545836" cy="2221737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5916" y="1645920"/>
            <a:ext cx="5545836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3076" y="1645920"/>
            <a:ext cx="527151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Not in your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2121408"/>
            <a:ext cx="5344668" cy="1673097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Dashboard, Product Configurator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Operations, Accounts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Commission, Reinsurance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Reports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System Settings, Configuration, Schedules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Users and account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User list with the account actions of a user — signed in as carmela.morfe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user list with role, e-mail, display name and status (Locked tag).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Unlock, Reset password (temporary password shown once), Turn off two-step verification, Sign-in history.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IT and business administrator accounts are handled by the IT administrator.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Leavers:  </a:t>
            </a:r>
            <a:r>
              <a:rPr sz="1500">
                <a:solidFill>
                  <a:srgbClr val="1F2937"/>
                </a:solidFill>
                <a:latin typeface="Calibri"/>
              </a:rPr>
              <a:t>deactivate with the Status switch; history is kept and sessions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Adding a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Add User (example values) — signed in as carmela.morfe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User Management &gt; User &gt; +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Rules:  </a:t>
            </a:r>
            <a:r>
              <a:rPr sz="1500">
                <a:solidFill>
                  <a:srgbClr val="1F2937"/>
                </a:solidFill>
                <a:latin typeface="Calibri"/>
              </a:rPr>
              <a:t>user name, e-mail, display name and at least one role; only the IT administrator grants admin roles.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Password:  </a:t>
            </a:r>
            <a:r>
              <a:rPr sz="1500">
                <a:solidFill>
                  <a:srgbClr val="1F2937"/>
                </a:solidFill>
                <a:latin typeface="Calibri"/>
              </a:rPr>
              <a:t>leave it empty: a temporary password is shown once; the user must change it at first sign-in.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Policy:  </a:t>
            </a:r>
            <a:r>
              <a:rPr sz="1500">
                <a:solidFill>
                  <a:srgbClr val="1F2937"/>
                </a:solidFill>
                <a:latin typeface="Calibri"/>
              </a:rPr>
              <a:t>min 8, upper, lower, digit, symbol; last 5 not reused; expires after 90 days.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Audit:  </a:t>
            </a:r>
            <a:r>
              <a:rPr sz="1500">
                <a:solidFill>
                  <a:srgbClr val="1F2937"/>
                </a:solidFill>
                <a:latin typeface="Calibri"/>
              </a:rPr>
              <a:t>creation and every change are 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User Management &gt; Role — signed in as carmela.morfe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role code, name, status; view and edit permissions.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Permissions:  </a:t>
            </a:r>
            <a:r>
              <a:rPr sz="1500">
                <a:solidFill>
                  <a:srgbClr val="1F2937"/>
                </a:solidFill>
                <a:latin typeface="Calibri"/>
              </a:rPr>
              <a:t>read / write per module, e.g. write:receipts, read:audit.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system roles cannot be deleted; a role with users cannot be deleted.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Audit Trail — signed in as carmela.morfe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every create, update, approval, report and sign-in.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Filters: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type, record ID, user.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Change column:  </a:t>
            </a:r>
            <a:r>
              <a:rPr sz="1500">
                <a:solidFill>
                  <a:srgbClr val="1F2937"/>
                </a:solidFill>
                <a:latin typeface="Calibri"/>
              </a:rPr>
              <a:t>before and after values of each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Sign-in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Sign-in history of a user — signed in as carmela.morfe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User &gt; … &gt; Sign-in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every sign-in attempt of a user: date and time, result, detail, method, IP address, browser.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Details:  </a:t>
            </a:r>
            <a:r>
              <a:rPr sz="1500">
                <a:solidFill>
                  <a:srgbClr val="1F2937"/>
                </a:solidFill>
                <a:latin typeface="Calibri"/>
              </a:rPr>
              <a:t>wrong password, account locked, code requested, password change required…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Lockout:  </a:t>
            </a:r>
            <a:r>
              <a:rPr sz="1500">
                <a:solidFill>
                  <a:srgbClr val="1F2937"/>
                </a:solidFill>
                <a:latin typeface="Calibri"/>
              </a:rPr>
              <a:t>5 failed sign-ins lock the account; use Unlock on the user row.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Audit trail: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type “session” lists sign-ins of all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LEAST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What you cannot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Blocked for this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1E88E5"/>
              </a:buClr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Open business screens: a typed address such as /accounts/receipts shows “Not authorised”.</a:t>
            </a:r>
          </a:p>
          <a:p>
            <a:pPr marL="201168" indent="-182880">
              <a:spcAft>
                <a:spcPts val="800"/>
              </a:spcAft>
              <a:buClr>
                <a:srgbClr val="1E88E5"/>
              </a:buClr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Call business APIs: GET /policies answers 403.</a:t>
            </a:r>
          </a:p>
          <a:p>
            <a:pPr marL="201168" indent="-182880">
              <a:spcAft>
                <a:spcPts val="800"/>
              </a:spcAft>
              <a:buClr>
                <a:srgbClr val="1E88E5"/>
              </a:buClr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Change system settings, configuration or schedules (IT administrator).</a:t>
            </a:r>
          </a:p>
          <a:p>
            <a:pPr marL="201168" indent="-182880">
              <a:spcAft>
                <a:spcPts val="800"/>
              </a:spcAft>
              <a:buClr>
                <a:srgbClr val="1E88E5"/>
              </a:buClr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Run reports or see dashboards.</a:t>
            </a:r>
          </a:p>
          <a:p>
            <a:pPr marL="201168" indent="-182880">
              <a:spcAft>
                <a:spcPts val="800"/>
              </a:spcAft>
              <a:buClr>
                <a:srgbClr val="1E88E5"/>
              </a:buClr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Approve any business transaction.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289304"/>
            <a:ext cx="5605272" cy="353072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25880"/>
            <a:ext cx="5532120" cy="34575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9632" y="4902327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carmela.morfe opening /accounts/receipts: Not authorised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REQUEST TO LEAVER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Access lifecycle: your 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9907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3059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3059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Access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3059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Manager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4387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1859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1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5011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Create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5011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06340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5381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696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696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Assign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696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08292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55764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891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891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First sign-in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891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User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10244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771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086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086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Change password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086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User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761220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5771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086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86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Periodic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086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8810244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55764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891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891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Unlock / reset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891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6908292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5381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2696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696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Role change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696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 + manager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5006340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51859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5011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5011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Deactivate leaver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5011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3104387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549907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23059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23059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Audit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3059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You are not part of the broking cycle itself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Create and assign only after the manager approves.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Review users and roles periodically.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Unlock or reset on a verified request.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Deactivate leavers on their last 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FIGURES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Evidence you use instead of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This role has no report catalogue.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User list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Active, inactive and locked users with their roles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Role list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Roles, status and permissions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Every change with before / after values, filtered by user or record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Sign-ins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Audit trail record type session, action login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User sign-in history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User row &gt; … &gt; Sign-in history: every attempt with result and detail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Password reset codes and notices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65176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No business schedules affect this role. Password expiry (90 days) and lockout are rules, not jobs.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bell shows general notices; approvals are addressed to other roles.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E-mail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Password reset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Users who use Forgot password get a code by e-mail.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User Access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user with no e-mail address (older records) cannot use Forgot password and shows “-” in the E-mail column.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temporary password is shown only once: copy it before you close the dialog.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Your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link,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Screens are in English or Thai; Filipino is configured but has no translation yet.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Give each person their own user; never share accounts.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Grant the smallest role that does the job.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maker and checker on different people.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Review users with managers every quarter.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User Access Administrator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&lt;service desk to be confirmed&gt;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IT administrator for settings; line manager to approve access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