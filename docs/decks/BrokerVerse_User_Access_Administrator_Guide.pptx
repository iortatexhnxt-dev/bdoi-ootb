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User Access Administrator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BDO Insure (BDOI)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721461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72146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Users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90141" y="4983480"/>
            <a:ext cx="721461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0141" y="4983480"/>
            <a:ext cx="72146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8763" y="4983480"/>
            <a:ext cx="1741383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8763" y="4983480"/>
            <a:ext cx="1741383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Audit and sign-ins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User Access Administrator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carmela.morfe (and five other access administrators)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user-access-admin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Master &gt;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Manages users:  </a:t>
            </a:r>
            <a:r>
              <a:rPr sz="1600">
                <a:solidFill>
                  <a:srgbClr val="1F2937"/>
                </a:solidFill>
                <a:latin typeface="Calibri"/>
              </a:rPr>
              <a:t>creates users, assigns roles, deactivates leavers, unlocks and resets passwords.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Manages roles:  </a:t>
            </a:r>
            <a:r>
              <a:rPr sz="1600">
                <a:solidFill>
                  <a:srgbClr val="1F2937"/>
                </a:solidFill>
                <a:latin typeface="Calibri"/>
              </a:rPr>
              <a:t>maintains roles and their read / write permissions.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Reviews access:  </a:t>
            </a:r>
            <a:r>
              <a:rPr sz="1600">
                <a:solidFill>
                  <a:srgbClr val="1F2937"/>
                </a:solidFill>
                <a:latin typeface="Calibri"/>
              </a:rPr>
              <a:t>audit trail and sign-in history for access reviews.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No business data:  </a:t>
            </a:r>
            <a:r>
              <a:rPr sz="1600">
                <a:solidFill>
                  <a:srgbClr val="1F2937"/>
                </a:solidFill>
                <a:latin typeface="Calibri"/>
              </a:rPr>
              <a:t>cannot open policies, receipts, claims or reports.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carmela.morfe. Lands on Master &gt; Audit Trail, the first screen the role may open.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IT administrator (settings, schedules, API), line managers (approve access requests).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Access requests should be approved by the user’s manager before you 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Grants: master &gt; "Generals &gt; User Management" and "Audit Trail"; permissions read/write users and roles, read audit and settings.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45836" cy="2221737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5545836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527151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5344668" cy="1673097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Generals &gt; User Management &gt; User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Generals &gt; User Management &gt; Role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Audit Trail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645920"/>
            <a:ext cx="5545836" cy="2221737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5916" y="1645920"/>
            <a:ext cx="5545836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3076" y="1645920"/>
            <a:ext cx="527151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Not in your menu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5644" y="2121408"/>
            <a:ext cx="5344668" cy="1673097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Dashboard, Product Configurator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Operations, Accounts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Commission, Reinsurance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Reports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System Settings, Configuration, Schedules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Same screen as the access administrator sees (captured as BrokerVerse; your sidebar shows only Master)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User Management &gt;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user list with role, e-mail, display name and status.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+ Add, view, edit, activate / deactivate, unlock.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Leavers:  </a:t>
            </a:r>
            <a:r>
              <a:rPr sz="1500">
                <a:solidFill>
                  <a:srgbClr val="1F2937"/>
                </a:solidFill>
                <a:latin typeface="Calibri"/>
              </a:rPr>
              <a:t>deactivate (soft delete); history is kept.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Adding a 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72694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39"/>
            <a:ext cx="6629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0B4F9C"/>
                </a:solidFill>
                <a:latin typeface="Calibri"/>
              </a:rPr>
              <a:t>Step by step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96596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368296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96596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+ Add on the User list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624328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62432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026664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624328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User name, display name, e-mail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282696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826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685032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282696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Tick one or more roles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3941064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410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343400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3941064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Initial password (policy applies)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4599431"/>
            <a:ext cx="384048" cy="38404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99431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599431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Steps to add a user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User Management &gt; User &gt; Add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Rules:  </a:t>
            </a:r>
            <a:r>
              <a:rPr sz="1500">
                <a:solidFill>
                  <a:srgbClr val="1F2937"/>
                </a:solidFill>
                <a:latin typeface="Calibri"/>
              </a:rPr>
              <a:t>at least one role; unique user name.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Password:  </a:t>
            </a:r>
            <a:r>
              <a:rPr sz="1500">
                <a:solidFill>
                  <a:srgbClr val="1F2937"/>
                </a:solidFill>
                <a:latin typeface="Calibri"/>
              </a:rPr>
              <a:t>min 8, upper, lower, digit, symbol; last 5 not reused; expires after 90 days.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Two-factor:  </a:t>
            </a:r>
            <a:r>
              <a:rPr sz="1500">
                <a:solidFill>
                  <a:srgbClr val="1F2937"/>
                </a:solidFill>
                <a:latin typeface="Calibri"/>
              </a:rPr>
              <a:t>required for roles listed in security.require_2fa_roles; reset for lost devices.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Audit:  </a:t>
            </a:r>
            <a:r>
              <a:rPr sz="1500">
                <a:solidFill>
                  <a:srgbClr val="1F2937"/>
                </a:solidFill>
                <a:latin typeface="Calibri"/>
              </a:rPr>
              <a:t>creation and every change are recorded.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Same screen as the access administrator sees (captured as BrokerVerse)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User Management &gt;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role code, name, status; view and edit permissions.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Permissions:  </a:t>
            </a:r>
            <a:r>
              <a:rPr sz="1500">
                <a:solidFill>
                  <a:srgbClr val="1F2937"/>
                </a:solidFill>
                <a:latin typeface="Calibri"/>
              </a:rPr>
              <a:t>read / write per module, e.g. write:receipts, read:audit.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system roles cannot be deleted; a role with users cannot be deleted.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Same screen as the access administrator sees (captured as BrokerVerse)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every create, update, approval, report and sign-in.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Filters:  </a:t>
            </a:r>
            <a:r>
              <a:rPr sz="1500">
                <a:solidFill>
                  <a:srgbClr val="1F2937"/>
                </a:solidFill>
                <a:latin typeface="Calibri"/>
              </a:rPr>
              <a:t>record type, record ID, user.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Change column:  </a:t>
            </a:r>
            <a:r>
              <a:rPr sz="1500">
                <a:solidFill>
                  <a:srgbClr val="1F2937"/>
                </a:solidFill>
                <a:latin typeface="Calibri"/>
              </a:rPr>
              <a:t>before and after values of each 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Sign-in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Screen from the recorded end-to-end run — Audit trail filtered to sign-ins — carmela.morfe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Audit Trail (record type: session)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who signed in and when: record type “session”, action login.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Per user:  </a:t>
            </a:r>
            <a:r>
              <a:rPr sz="1500">
                <a:solidFill>
                  <a:srgbClr val="1F2937"/>
                </a:solidFill>
                <a:latin typeface="Calibri"/>
              </a:rPr>
              <a:t>the API also gives each user’s sign-in history.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Lockout:  </a:t>
            </a:r>
            <a:r>
              <a:rPr sz="1500">
                <a:solidFill>
                  <a:srgbClr val="1F2937"/>
                </a:solidFill>
                <a:latin typeface="Calibri"/>
              </a:rPr>
              <a:t>repeated failed sign-ins lock the account; unlock from the user list.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Limits:  </a:t>
            </a:r>
            <a:r>
              <a:rPr sz="1500">
                <a:solidFill>
                  <a:srgbClr val="1F2937"/>
                </a:solidFill>
                <a:latin typeface="Calibri"/>
              </a:rPr>
              <a:t>10 sign-in attempts per 5 minutes per address.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LEAST PRIVILEGE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What you cannot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Blocked for this 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1E88E5"/>
              </a:buClr>
              <a:buFont typeface="Arial"/>
              <a:buChar char="•"/>
            </a:pPr>
            <a:r>
              <a:rPr sz="1600">
                <a:solidFill>
                  <a:srgbClr val="1F2937"/>
                </a:solidFill>
                <a:latin typeface="Calibri"/>
              </a:rPr>
              <a:t>Open business screens: a typed address such as /accounts/receipts shows “Not authorised”.</a:t>
            </a:r>
          </a:p>
          <a:p>
            <a:pPr marL="201168" indent="-182880">
              <a:spcAft>
                <a:spcPts val="800"/>
              </a:spcAft>
              <a:buClr>
                <a:srgbClr val="1E88E5"/>
              </a:buClr>
              <a:buFont typeface="Arial"/>
              <a:buChar char="•"/>
            </a:pPr>
            <a:r>
              <a:rPr sz="1600">
                <a:solidFill>
                  <a:srgbClr val="1F2937"/>
                </a:solidFill>
                <a:latin typeface="Calibri"/>
              </a:rPr>
              <a:t>Call business APIs: GET /policies answers 403.</a:t>
            </a:r>
          </a:p>
          <a:p>
            <a:pPr marL="201168" indent="-182880">
              <a:spcAft>
                <a:spcPts val="800"/>
              </a:spcAft>
              <a:buClr>
                <a:srgbClr val="1E88E5"/>
              </a:buClr>
              <a:buFont typeface="Arial"/>
              <a:buChar char="•"/>
            </a:pPr>
            <a:r>
              <a:rPr sz="1600">
                <a:solidFill>
                  <a:srgbClr val="1F2937"/>
                </a:solidFill>
                <a:latin typeface="Calibri"/>
              </a:rPr>
              <a:t>Change system settings, configuration or schedules (IT administrator).</a:t>
            </a:r>
          </a:p>
          <a:p>
            <a:pPr marL="201168" indent="-182880">
              <a:spcAft>
                <a:spcPts val="800"/>
              </a:spcAft>
              <a:buClr>
                <a:srgbClr val="1E88E5"/>
              </a:buClr>
              <a:buFont typeface="Arial"/>
              <a:buChar char="•"/>
            </a:pPr>
            <a:r>
              <a:rPr sz="1600">
                <a:solidFill>
                  <a:srgbClr val="1F2937"/>
                </a:solidFill>
                <a:latin typeface="Calibri"/>
              </a:rPr>
              <a:t>Run reports or see dashboards.</a:t>
            </a:r>
          </a:p>
          <a:p>
            <a:pPr marL="201168" indent="-182880">
              <a:spcAft>
                <a:spcPts val="800"/>
              </a:spcAft>
              <a:buClr>
                <a:srgbClr val="1E88E5"/>
              </a:buClr>
              <a:buFont typeface="Arial"/>
              <a:buChar char="•"/>
            </a:pPr>
            <a:r>
              <a:rPr sz="1600">
                <a:solidFill>
                  <a:srgbClr val="1F2937"/>
                </a:solidFill>
                <a:latin typeface="Calibri"/>
              </a:rPr>
              <a:t>Approve any business transaction.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289304"/>
            <a:ext cx="5605272" cy="353072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325880"/>
            <a:ext cx="5532120" cy="34575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902327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carmela.morfe opening /accounts/receipts: Not authorised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REQUEST TO LEAVER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Access lifecycle: your part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9907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3059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3059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Access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3059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Manager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4387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51859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5011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5011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Create 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011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06340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5381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2696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696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Assign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696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08292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55764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891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891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First sign-in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891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User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10244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5771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086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086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Change password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086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User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9761220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5771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086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086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Periodic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086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</a:t>
            </a:r>
          </a:p>
        </p:txBody>
      </p:sp>
      <p:sp>
        <p:nvSpPr>
          <p:cNvPr id="37" name="Left Arrow 36"/>
          <p:cNvSpPr/>
          <p:nvPr/>
        </p:nvSpPr>
        <p:spPr>
          <a:xfrm>
            <a:off x="8810244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255764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891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891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Unlock / reset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891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6908292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35381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696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2696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Role change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2696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 + manager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5006340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51859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25011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5011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Deactivate leaver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5011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3104387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549907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23059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3059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Audit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3059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You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You are not part of the broking cycle itself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Create and assign only after the manager approves.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Review users and roles periodically.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Unlock or reset on a verified request.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Deactivate leavers on their last 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FIGURES AND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Evidence you use instead of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12745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This role has no report catalogue.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83080"/>
          <a:ext cx="112745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8455914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User list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Active and inactive users with their roles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Role list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Roles, status and permissions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Audit trail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Every change with before / after values, filtered by user or record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Sign-ins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Audit trail record type session, action login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User sign-in history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Per-user sign-in history through the user API (IT administrator)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E-mail outbox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5 minutes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Password reset codes and notices leave every 5 minutes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265176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No business schedules affect this role. Password expiry (90 days) and lockout are rules, not jobs.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Notifications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bell shows general notices; there are no approvals for this role.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E-mail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Password reset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Users who use Forgot password get a code by e-mail.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User Access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User list shows the role code in capitals and names in upper case; action icons are small.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E-mail column is empty when a user has none.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There is no dedicated sign-in history screen yet: use the audit trail (session / login).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 few screens use the browser’s own confirm boxes instead of in-app dialogs.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Give each person their own user; never share accounts.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Grant the smallest role that does the job.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Keep maker and checker on different people.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Review users with managers every quarter.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User Access Administrator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&lt;to be confirmed by BDOI&gt;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IT administrator for settings; line manager to approve access requests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